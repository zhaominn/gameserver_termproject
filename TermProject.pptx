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9" r:id="rId5"/>
    <p:sldId id="26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748E4-E8AF-D0F4-23FB-BC0A0373A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6B3F09E-91EA-9D1A-0F19-B5E7E94032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FB4E21-7F38-02E7-EBED-3BD73305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25196F-6885-D897-98F6-D33A99591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B6C716-2B1E-3B02-067E-38E41AD6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63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0E5BF-73FC-8B57-6F2C-BE4A34E92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D3B5B-4284-5119-71FC-C0D072C2E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61569-5AE9-D23A-DC07-30406836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5E23C-E6A0-778C-2190-06AC7AE1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271F97-B95D-0E92-ACCA-15E61931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483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9E0C5A-87C2-FEC9-3C79-1B003F198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35FEE-79F6-8F2F-F8EF-9CD21E212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B10973-DD8F-5337-65DF-7B79F250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7BF22D-6686-F672-2FCD-85404B44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5B2DC1-8728-600E-B77B-036E1E05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366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9CCCAD-2006-5EE8-7496-5F1DE42A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C5AAE8-314F-B0D3-8266-A77F1B5327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76506D-2086-47E3-9B85-7A3AC4BB7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3AB028-5567-9C6B-CBE9-BFF7DCDC9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A2257C-B0CF-5EC7-B090-641B01B9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FF80A8-DE2E-012B-7C14-D27514FE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554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BC9640-54C3-86ED-F8A4-E15CA41B3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17A029-F91D-4AF1-7DD2-2379FE615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80DAF4-76CA-FB0C-1317-9D7C57598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6EEF0F-2DD6-EBB6-9B80-E84B8822C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79E81F2-DB70-568C-925E-75985D2BD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A8C4085-ADD6-5A55-9F10-B50CA068A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93F57F-39E9-ABEE-4CE1-3DE9ED563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D7EA64-A32C-8F15-48E7-3A61FC90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652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2F5C6-2A59-DACB-FD56-42F10A6A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AF88E1-A719-25D8-CCDA-E9D7B9144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CB0342-EF1A-9963-8503-A8A6D7D0A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CB3699-DD08-1253-B12C-E300B8D75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60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6F72544-FD51-1872-AFAA-3BEE6CA74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934767E-2E87-4B88-AA79-30E7067EA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5756DF-918E-6712-1AF6-4046CB4F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830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4CAB0-D8FD-F101-7AA0-0C0898AE1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6512D-7DAF-F95F-0CFF-4F99D2F36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2C6B3B-248F-9FBD-1717-9322929C3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5E42B5-C27C-FB87-3934-280D142E7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6DC4B2-7F9D-83E3-9C66-1FE21DD17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2502A6-230B-C6D9-4EC4-1FE73570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703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CC6BC-059E-A35F-5E00-B04BF759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CF0A1A7-FA16-396F-4C39-ADBBE12E3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F62AB7-5177-B273-EB21-EDAF92708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7C515B-06BC-D015-BE35-0199E564D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B790E0-3BDA-C991-55A2-1F9AB6BD5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80AEEE-BC1C-65B1-50AD-BFEEB329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86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DFFD5-7B89-8C14-7755-C8BC4232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47DEDB-99D4-0CB8-346D-052A9D412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9891BA-4D7A-3F28-6BE6-467D4C18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7DB92C-6726-E32A-6AFB-C0C3AD2A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623323-12C4-6CB4-2264-66BA8575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47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CD1B36-9CF4-F5E4-54D6-8293F1ABB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34ACDB5-59D7-1D99-576A-39FFA066A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8AFD5-806F-B98C-86E4-6FB085FE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D57FE3-F32C-717F-4A0B-C45C837E7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5809C4-D05D-DC91-9410-C32BE50C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26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C05B02-F22C-1B03-622A-EAF8811BF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AF94CF-6A51-143A-3224-5FE045253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48B4E-E0D1-B056-CC01-4AB147089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786FA-0317-4A9D-803F-13884264099D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45690E-197B-DEAD-2685-F015D5694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2C5E01-EE17-152B-D608-99C5484C0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A2CEA-2BFB-4036-A30B-087E9A8FC0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B6318-A59B-E6BE-4C51-3F552A7F3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845" y="1122363"/>
            <a:ext cx="11728939" cy="1797818"/>
          </a:xfrm>
        </p:spPr>
        <p:txBody>
          <a:bodyPr/>
          <a:lstStyle/>
          <a:p>
            <a:r>
              <a:rPr lang="ko-KR" altLang="en-US" b="1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게임서버 프로그래밍 </a:t>
            </a:r>
            <a:r>
              <a:rPr lang="ko-KR" altLang="en-US" b="1" dirty="0" err="1">
                <a:latin typeface="a옛날사진관4" panose="02020600000000000000" pitchFamily="18" charset="-127"/>
                <a:ea typeface="a옛날사진관4" panose="02020600000000000000" pitchFamily="18" charset="-127"/>
              </a:rPr>
              <a:t>텀프로젝트</a:t>
            </a:r>
            <a:endParaRPr lang="ko-KR" altLang="en-US" b="1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16A865-DA69-247B-B56D-3C8085494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SIMPLEST MMORPG</a:t>
            </a:r>
          </a:p>
          <a:p>
            <a:r>
              <a:rPr lang="en-US" altLang="ko-KR" sz="15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2022180030 </a:t>
            </a:r>
            <a:r>
              <a:rPr lang="ko-KR" altLang="en-US" sz="15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이소민</a:t>
            </a:r>
          </a:p>
        </p:txBody>
      </p:sp>
    </p:spTree>
    <p:extLst>
      <p:ext uri="{BB962C8B-B14F-4D97-AF65-F5344CB8AC3E}">
        <p14:creationId xmlns:p14="http://schemas.microsoft.com/office/powerpoint/2010/main" val="327633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FC30C-3605-FBFD-42D5-8F69CB65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프로토콜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2ED99E-C8F3-30D3-7792-8CB599873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4606"/>
            <a:ext cx="10515600" cy="4102357"/>
          </a:xfrm>
        </p:spPr>
        <p:txBody>
          <a:bodyPr>
            <a:normAutofit/>
          </a:bodyPr>
          <a:lstStyle/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C2S_P_LOGIN</a:t>
            </a:r>
            <a:r>
              <a:rPr lang="ko-KR" altLang="ko-KR" sz="20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로그인/입장 요청 (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id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 등)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C2S_P_MOVE</a:t>
            </a:r>
            <a:r>
              <a:rPr lang="ko-KR" altLang="ko-KR" sz="20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방향키 이동 요청 (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dir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C2S_P_ATTACK</a:t>
            </a:r>
            <a:r>
              <a:rPr lang="ko-KR" altLang="ko-KR" sz="20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공격 요청</a:t>
            </a: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C2S_P_REVIVE : </a:t>
            </a:r>
            <a:r>
              <a:rPr lang="ko-KR" altLang="en-US" sz="18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부활</a:t>
            </a:r>
            <a:endParaRPr lang="ko-KR" altLang="ko-KR" sz="18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ko-KR" altLang="ko-KR" sz="2000" dirty="0">
              <a:solidFill>
                <a:schemeClr val="bg1">
                  <a:lumMod val="50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S2C_P_AVATAR_INFO</a:t>
            </a:r>
            <a:r>
              <a:rPr lang="ko-KR" altLang="ko-KR" sz="20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플레이어 정보 동기화 (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id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x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y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hp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level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exp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 등)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S2C_P_ENTER</a:t>
            </a:r>
            <a:r>
              <a:rPr lang="ko-KR" altLang="ko-KR" sz="20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주변 오브젝트(AOI) 생성/입장 동기화 (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npc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player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obstacle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...)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S2C_P_MOVE</a:t>
            </a:r>
            <a:r>
              <a:rPr lang="ko-KR" altLang="ko-KR" sz="20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주변 오브젝트 이동 갱신 (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id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x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y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</a:t>
            </a:r>
            <a:r>
              <a:rPr lang="ko-KR" altLang="ko-KR" sz="1800" dirty="0" err="1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dir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S2C_P_LEAVE</a:t>
            </a:r>
            <a:r>
              <a:rPr lang="ko-KR" altLang="ko-KR" sz="20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오브젝트 시야 퇴장(사라짐)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S2C_P_STAT_CHANGE</a:t>
            </a:r>
            <a:r>
              <a:rPr lang="ko-KR" altLang="ko-KR" sz="20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HP/레벨/EXP 등 상태 변화(공격/획득/부활 시)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rgbClr val="1F2124"/>
                </a:solidFill>
                <a:effectLst/>
                <a:latin typeface="a옛날사진관4" panose="02020600000000000000" pitchFamily="18" charset="-127"/>
                <a:ea typeface="a옛날사진관4" panose="02020600000000000000" pitchFamily="18" charset="-127"/>
              </a:rPr>
              <a:t>S2C_P_TILEMAP_CHUNK</a:t>
            </a:r>
            <a:r>
              <a:rPr lang="ko-KR" altLang="ko-KR" sz="2000" dirty="0">
                <a:solidFill>
                  <a:srgbClr val="1F2124"/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 : </a:t>
            </a:r>
            <a:r>
              <a:rPr lang="ko-KR" altLang="ko-KR" sz="1800" dirty="0">
                <a:solidFill>
                  <a:srgbClr val="1F2124"/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맵(타일, 장애물) 동기화</a:t>
            </a:r>
          </a:p>
          <a:p>
            <a:pPr marL="0" lvl="0" indent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endParaRPr lang="ko-KR" altLang="en-US" sz="20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51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BC13F-2670-DF38-D65E-A21B8A84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자료구조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C77DEF-8F8A-80C8-795E-76D2DF1A44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765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 err="1">
                <a:latin typeface="a옛날사진관4" panose="02020600000000000000" pitchFamily="18" charset="-127"/>
                <a:ea typeface="a옛날사진관4" panose="02020600000000000000" pitchFamily="18" charset="-127"/>
              </a:rPr>
              <a:t>타일맵</a:t>
            </a: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 </a:t>
            </a:r>
            <a:r>
              <a:rPr lang="en-US" altLang="ko-KR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+ A*</a:t>
            </a: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 알고리즘</a:t>
            </a:r>
            <a:endParaRPr lang="en-US" altLang="ko-KR" sz="20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class TILE_MAP { public: bool state; };</a:t>
            </a:r>
          </a:p>
          <a:p>
            <a:pPr marL="0" indent="0">
              <a:buNone/>
            </a:pP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TILE_MAP 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tile_map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[MAP_WIDTH][MAP_HEIGHT]; </a:t>
            </a:r>
            <a:r>
              <a:rPr lang="en-US" altLang="ko-KR" sz="15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// state==1</a:t>
            </a:r>
            <a:r>
              <a:rPr lang="ko-KR" altLang="en-US" sz="1500" dirty="0">
                <a:solidFill>
                  <a:schemeClr val="bg1">
                    <a:lumMod val="50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이면 장애물</a:t>
            </a:r>
          </a:p>
          <a:p>
            <a:endParaRPr lang="ko-KR" altLang="en-US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353619-8E2A-3C53-0FD9-3F3636309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3518266"/>
            <a:ext cx="10515600" cy="1602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플레이어</a:t>
            </a:r>
            <a:r>
              <a:rPr lang="en-US" altLang="ko-KR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몬스터</a:t>
            </a:r>
            <a:r>
              <a:rPr lang="en-US" altLang="ko-KR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장애물 컨테이너</a:t>
            </a:r>
            <a:endParaRPr lang="en-US" altLang="ko-KR" sz="20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std::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unordered_map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&lt;long 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long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std::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shared_ptr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&lt;SESSION&gt;&gt; Characters;</a:t>
            </a:r>
          </a:p>
          <a:p>
            <a:pPr marL="0" indent="0">
              <a:buNone/>
            </a:pP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std::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unordered_map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&lt;long 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long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std::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shared_ptr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&lt;NPC_SESSION&gt;&gt; 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npcs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;</a:t>
            </a:r>
          </a:p>
          <a:p>
            <a:pPr marL="0" indent="0">
              <a:buNone/>
            </a:pP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std::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unordered_map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&lt;long 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long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, std::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shared_ptr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&lt;Obstacle&gt;&gt; obstacles;</a:t>
            </a:r>
          </a:p>
          <a:p>
            <a:pPr marL="0" indent="0">
              <a:buNone/>
            </a:pPr>
            <a:endParaRPr lang="ko-KR" altLang="en-US" sz="20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sp>
        <p:nvSpPr>
          <p:cNvPr id="5" name="내용 개체 틀 3">
            <a:extLst>
              <a:ext uri="{FF2B5EF4-FFF2-40B4-BE49-F238E27FC236}">
                <a16:creationId xmlns:a16="http://schemas.microsoft.com/office/drawing/2014/main" id="{B6AE1538-4662-D6E7-0795-4C79500820D9}"/>
              </a:ext>
            </a:extLst>
          </p:cNvPr>
          <p:cNvSpPr txBox="1">
            <a:spLocks/>
          </p:cNvSpPr>
          <p:nvPr/>
        </p:nvSpPr>
        <p:spPr>
          <a:xfrm>
            <a:off x="838200" y="5255602"/>
            <a:ext cx="10515600" cy="899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섹터 기반 시야 처리</a:t>
            </a:r>
            <a:endParaRPr lang="en-US" altLang="ko-KR" sz="20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std::</a:t>
            </a:r>
            <a:r>
              <a:rPr lang="en-US" altLang="ko-KR" sz="1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unordered_set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&lt;long long&gt; sectors[SECTOR_W][SECTOR_H];</a:t>
            </a:r>
          </a:p>
        </p:txBody>
      </p:sp>
    </p:spTree>
    <p:extLst>
      <p:ext uri="{BB962C8B-B14F-4D97-AF65-F5344CB8AC3E}">
        <p14:creationId xmlns:p14="http://schemas.microsoft.com/office/powerpoint/2010/main" val="106566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0026B-39FC-F2B8-0BF1-845998286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자료구조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2455F-9CDF-B691-92EA-39D19CAF3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4271"/>
            <a:ext cx="10515600" cy="4082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DB </a:t>
            </a: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연동 </a:t>
            </a:r>
            <a:r>
              <a:rPr lang="en-US" altLang="ko-KR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-</a:t>
            </a: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 </a:t>
            </a:r>
            <a:r>
              <a:rPr lang="en-US" altLang="ko-KR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session </a:t>
            </a: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정보</a:t>
            </a:r>
            <a:endParaRPr lang="en-US" altLang="ko-KR" sz="20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로그인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 </a:t>
            </a:r>
          </a:p>
          <a:p>
            <a:pPr marL="0" indent="0">
              <a:buNone/>
            </a:pP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레벨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경험치 변화</a:t>
            </a:r>
            <a:endParaRPr lang="en-US" altLang="ko-KR" sz="1500" dirty="0">
              <a:solidFill>
                <a:schemeClr val="tx1">
                  <a:lumMod val="75000"/>
                  <a:lumOff val="25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로그아웃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게임 종료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서버 종료</a:t>
            </a:r>
            <a:endParaRPr lang="en-US" altLang="ko-KR" sz="1500" dirty="0">
              <a:solidFill>
                <a:schemeClr val="tx1">
                  <a:lumMod val="75000"/>
                  <a:lumOff val="25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Auto Save</a:t>
            </a:r>
          </a:p>
          <a:p>
            <a:pPr marL="0" indent="0">
              <a:buNone/>
            </a:pPr>
            <a:endParaRPr lang="en-US" altLang="ko-KR" sz="2000" dirty="0">
              <a:solidFill>
                <a:schemeClr val="tx1">
                  <a:lumMod val="75000"/>
                  <a:lumOff val="25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쓰레드</a:t>
            </a:r>
            <a:endParaRPr lang="en-US" altLang="ko-KR" sz="20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en-US" altLang="ko-K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work_thread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(</a:t>
            </a:r>
            <a:r>
              <a:rPr lang="en-US" altLang="ko-K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cpu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 수만큼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) : </a:t>
            </a:r>
            <a:r>
              <a:rPr lang="en-US" altLang="ko-K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iocp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이벤트 처리</a:t>
            </a:r>
            <a:endParaRPr lang="en-US" altLang="ko-KR" sz="1500" dirty="0">
              <a:solidFill>
                <a:schemeClr val="tx1">
                  <a:lumMod val="75000"/>
                  <a:lumOff val="25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en-US" altLang="ko-K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Npc_thread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 : NPC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이동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/AI/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사망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부활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/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공격</a:t>
            </a:r>
            <a:endParaRPr lang="en-US" altLang="ko-KR" sz="1500" dirty="0">
              <a:solidFill>
                <a:schemeClr val="tx1">
                  <a:lumMod val="75000"/>
                  <a:lumOff val="25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  <a:p>
            <a:pPr marL="0" indent="0">
              <a:buNone/>
            </a:pPr>
            <a:r>
              <a:rPr lang="en-US" altLang="ko-KR" sz="15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Autosave_thread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 :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주기적인 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DB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세이브</a:t>
            </a:r>
            <a:endParaRPr lang="en-US" altLang="ko-KR" sz="1500" dirty="0">
              <a:solidFill>
                <a:schemeClr val="tx1">
                  <a:lumMod val="75000"/>
                  <a:lumOff val="25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29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580B7-F7A0-7265-A3EC-B3970326F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몬스터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BE41F9-3B3C-E858-E3D1-8226ADC64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182" y="1700210"/>
            <a:ext cx="2395781" cy="823912"/>
          </a:xfrm>
        </p:spPr>
        <p:txBody>
          <a:bodyPr/>
          <a:lstStyle/>
          <a:p>
            <a:pPr algn="ctr"/>
            <a:r>
              <a:rPr lang="en-US" altLang="ko-KR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peace</a:t>
            </a:r>
            <a:endParaRPr lang="ko-KR" altLang="en-US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0F2A807-CCC5-4AAE-C396-1D320D4F4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63425" y="1700210"/>
            <a:ext cx="2395781" cy="823912"/>
          </a:xfrm>
        </p:spPr>
        <p:txBody>
          <a:bodyPr/>
          <a:lstStyle/>
          <a:p>
            <a:pPr algn="ctr"/>
            <a:r>
              <a:rPr lang="en-US" altLang="ko-KR" dirty="0" err="1">
                <a:latin typeface="a옛날사진관4" panose="02020600000000000000" pitchFamily="18" charset="-127"/>
                <a:ea typeface="a옛날사진관4" panose="02020600000000000000" pitchFamily="18" charset="-127"/>
              </a:rPr>
              <a:t>agro</a:t>
            </a:r>
            <a:endParaRPr lang="ko-KR" altLang="en-US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D3F6F3F8-077E-4DD9-0AA5-35718C759D46}"/>
              </a:ext>
            </a:extLst>
          </p:cNvPr>
          <p:cNvSpPr txBox="1">
            <a:spLocks/>
          </p:cNvSpPr>
          <p:nvPr/>
        </p:nvSpPr>
        <p:spPr>
          <a:xfrm>
            <a:off x="6096000" y="1876058"/>
            <a:ext cx="3012831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roaming peace</a:t>
            </a:r>
          </a:p>
          <a:p>
            <a:pPr algn="ctr"/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(A*)</a:t>
            </a:r>
            <a:endParaRPr lang="ko-KR" altLang="en-US" sz="1500" dirty="0">
              <a:solidFill>
                <a:schemeClr val="tx1">
                  <a:lumMod val="65000"/>
                  <a:lumOff val="35000"/>
                </a:schemeClr>
              </a:solidFill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D3E2F7F7-3E42-DFE5-005B-FEA773710A10}"/>
              </a:ext>
            </a:extLst>
          </p:cNvPr>
          <p:cNvSpPr txBox="1">
            <a:spLocks/>
          </p:cNvSpPr>
          <p:nvPr/>
        </p:nvSpPr>
        <p:spPr>
          <a:xfrm>
            <a:off x="9385910" y="1740693"/>
            <a:ext cx="2395781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>
                <a:latin typeface="a옛날사진관4" panose="02020600000000000000" pitchFamily="18" charset="-127"/>
                <a:ea typeface="a옛날사진관4" panose="02020600000000000000" pitchFamily="18" charset="-127"/>
              </a:rPr>
              <a:t>roaming </a:t>
            </a:r>
            <a:r>
              <a:rPr lang="en-US" altLang="ko-KR" dirty="0" err="1">
                <a:latin typeface="a옛날사진관4" panose="02020600000000000000" pitchFamily="18" charset="-127"/>
                <a:ea typeface="a옛날사진관4" panose="02020600000000000000" pitchFamily="18" charset="-127"/>
              </a:rPr>
              <a:t>agro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 </a:t>
            </a:r>
            <a:r>
              <a:rPr lang="en-US" altLang="ko-K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a옛날사진관4" panose="02020600000000000000" pitchFamily="18" charset="-127"/>
                <a:ea typeface="a옛날사진관4" panose="02020600000000000000" pitchFamily="18" charset="-127"/>
              </a:rPr>
              <a:t>(A*)</a:t>
            </a:r>
            <a:endParaRPr lang="ko-KR" altLang="en-US" sz="1500" dirty="0">
              <a:latin typeface="a옛날사진관4" panose="02020600000000000000" pitchFamily="18" charset="-127"/>
              <a:ea typeface="a옛날사진관4" panose="02020600000000000000" pitchFamily="18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DEC3DA9F-E98D-1256-40A6-FD5162113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419" y="3448047"/>
            <a:ext cx="1219306" cy="2133785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1F8AE6F7-1365-99B6-919D-9CDE9DA2A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662" y="3448046"/>
            <a:ext cx="1219306" cy="2133785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1FE9B7D7-292C-6D31-4F52-3966559E69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905" y="3448046"/>
            <a:ext cx="1219306" cy="2133785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0790A284-D058-0E27-89F0-1AE7E2B869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4148" y="3438522"/>
            <a:ext cx="1219306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0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358</Words>
  <Application>Microsoft Office PowerPoint</Application>
  <PresentationFormat>와이드스크린</PresentationFormat>
  <Paragraphs>42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a옛날사진관4</vt:lpstr>
      <vt:lpstr>맑은 고딕</vt:lpstr>
      <vt:lpstr>Arial</vt:lpstr>
      <vt:lpstr>Office 테마</vt:lpstr>
      <vt:lpstr>게임서버 프로그래밍 텀프로젝트</vt:lpstr>
      <vt:lpstr>프로토콜</vt:lpstr>
      <vt:lpstr>자료구조</vt:lpstr>
      <vt:lpstr>자료구조</vt:lpstr>
      <vt:lpstr>몬스터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somin lee</dc:creator>
  <cp:lastModifiedBy>somin lee</cp:lastModifiedBy>
  <cp:revision>1</cp:revision>
  <dcterms:created xsi:type="dcterms:W3CDTF">2025-06-16T22:56:05Z</dcterms:created>
  <dcterms:modified xsi:type="dcterms:W3CDTF">2025-06-16T23:33:24Z</dcterms:modified>
</cp:coreProperties>
</file>